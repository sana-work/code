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96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 Scrutiny (India): Services AI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667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platform swim-lane format: consumer channels flow through access control, Services AI agents/services, enterprise data stores, and external model access.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99432" y="1444752"/>
            <a:ext cx="475488" cy="0"/>
          </a:xfrm>
          <a:prstGeom prst="line">
            <a:avLst/>
          </a:prstGeom>
          <a:noFill/>
          <a:ln w="1524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00800" y="1444752"/>
            <a:ext cx="411480" cy="0"/>
          </a:xfrm>
          <a:prstGeom prst="line">
            <a:avLst/>
          </a:prstGeom>
          <a:noFill/>
          <a:ln w="1524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882128" y="1719072"/>
            <a:ext cx="0" cy="384048"/>
          </a:xfrm>
          <a:prstGeom prst="line">
            <a:avLst/>
          </a:prstGeom>
          <a:noFill/>
          <a:ln w="1524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2971800"/>
            <a:ext cx="0" cy="265176"/>
          </a:xfrm>
          <a:prstGeom prst="line">
            <a:avLst/>
          </a:prstGeom>
          <a:noFill/>
          <a:ln w="1524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4096512"/>
            <a:ext cx="0" cy="246888"/>
          </a:xfrm>
          <a:prstGeom prst="line">
            <a:avLst/>
          </a:prstGeom>
          <a:noFill/>
          <a:ln w="1524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15400" y="4096512"/>
            <a:ext cx="0" cy="1069848"/>
          </a:xfrm>
          <a:prstGeom prst="line">
            <a:avLst/>
          </a:prstGeom>
          <a:noFill/>
          <a:ln w="1524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784080" y="5330952"/>
            <a:ext cx="548640" cy="0"/>
          </a:xfrm>
          <a:prstGeom prst="line">
            <a:avLst/>
          </a:prstGeom>
          <a:noFill/>
          <a:ln w="1524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5010912"/>
            <a:ext cx="0" cy="713232"/>
          </a:xfrm>
          <a:prstGeom prst="line">
            <a:avLst/>
          </a:prstGeom>
          <a:noFill/>
          <a:ln w="1270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73552" y="5971032"/>
            <a:ext cx="0" cy="192024"/>
          </a:xfrm>
          <a:prstGeom prst="line">
            <a:avLst/>
          </a:prstGeom>
          <a:noFill/>
          <a:ln w="1270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1078992"/>
            <a:ext cx="11201400" cy="749808"/>
          </a:xfrm>
          <a:prstGeom prst="roundRect">
            <a:avLst>
              <a:gd name="adj" fmla="val 10976"/>
            </a:avLst>
          </a:prstGeom>
          <a:solidFill>
            <a:srgbClr val="EEF4FF"/>
          </a:solidFill>
          <a:ln w="13970">
            <a:solidFill>
              <a:srgbClr val="1E5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5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 + access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15087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path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542032" y="1243584"/>
            <a:ext cx="2057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56C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applications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ingestion · user chat · Docuflow Galileo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4920" y="1243584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56C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Intranet API Gateway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APIs + API keys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12280" y="1243584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56C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 AI Platform ingress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 ID passed into platform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555480" y="1243584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56C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R2D2 Gateway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access boundary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057400"/>
            <a:ext cx="11201400" cy="987552"/>
          </a:xfrm>
          <a:prstGeom prst="roundRect">
            <a:avLst>
              <a:gd name="adj" fmla="val 8333"/>
            </a:avLst>
          </a:prstGeom>
          <a:solidFill>
            <a:srgbClr val="EAF7F4"/>
          </a:solidFill>
          <a:ln w="13970">
            <a:solidFill>
              <a:srgbClr val="00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plane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24871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+ reasoning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468880" y="2331720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07A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Orchestrator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and coordinates scrutiny workflow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617720" y="233172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07A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Memory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+ retrieve context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309360" y="233172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07A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Tools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approved tools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001000" y="2331720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07A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&amp; Reasoning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 next actions and checks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526280" y="21762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&amp; retrieve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345936" y="217627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tools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02920" y="3246120"/>
            <a:ext cx="11201400" cy="914400"/>
          </a:xfrm>
          <a:prstGeom prst="roundRect">
            <a:avLst>
              <a:gd name="adj" fmla="val 9000"/>
            </a:avLst>
          </a:prstGeom>
          <a:solidFill>
            <a:srgbClr val="F3ECF8"/>
          </a:solidFill>
          <a:ln w="13970">
            <a:solidFill>
              <a:srgbClr val="6F2C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29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F2C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layer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36758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services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468880" y="34655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F2C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 Service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096512" y="34655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F2C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Service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retrieval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5724144" y="34655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F2C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Service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351776" y="34655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F2C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Feedback Service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979408" y="3465576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F2C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&amp; Evaluation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281928" y="3959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events via Kafka event bus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02920" y="4343400"/>
            <a:ext cx="11201400" cy="749808"/>
          </a:xfrm>
          <a:prstGeom prst="roundRect">
            <a:avLst>
              <a:gd name="adj" fmla="val 10976"/>
            </a:avLst>
          </a:prstGeom>
          <a:solidFill>
            <a:srgbClr val="EEF8F2"/>
          </a:solidFill>
          <a:ln w="13970">
            <a:solidFill>
              <a:srgbClr val="1F7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526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7A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services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47731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+ audit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2468880" y="4507992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F7A5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S3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 docs / files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05072" y="4507992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F7A5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store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41264" y="4507992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F7A5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77456" y="45079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F7A5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· reasoning · user actions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235440" y="45079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F7A5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Kafka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7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bus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" y="5166360"/>
            <a:ext cx="11201400" cy="704088"/>
          </a:xfrm>
          <a:prstGeom prst="roundRect">
            <a:avLst>
              <a:gd name="adj" fmla="val 11688"/>
            </a:avLst>
          </a:prstGeom>
          <a:solidFill>
            <a:srgbClr val="EEF2FF"/>
          </a:solidFill>
          <a:ln w="13970">
            <a:solidFill>
              <a:srgbClr val="4050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3492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050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plane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0080" y="5596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LLM access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468880" y="532180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050B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05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R2D2 Connector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405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 ID enforced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4617720" y="53218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050B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5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Vertex AI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405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platform · approved Gemini + Claude models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7315200" y="5321808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050B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05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Anthropic via Vertex AI Model Garden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405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Anthropic Claude family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02920" y="6053328"/>
            <a:ext cx="11201400" cy="384048"/>
          </a:xfrm>
          <a:prstGeom prst="roundRect">
            <a:avLst>
              <a:gd name="adj" fmla="val 21429"/>
            </a:avLst>
          </a:prstGeom>
          <a:solidFill>
            <a:srgbClr val="FFF2E1"/>
          </a:solidFill>
          <a:ln w="13970">
            <a:solidFill>
              <a:srgbClr val="C24A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2362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2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platform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468880" y="614476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Terraform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IaC</a:t>
            </a:r>
            <a:endParaRPr lang="en-US" sz="670" dirty="0"/>
          </a:p>
        </p:txBody>
      </p:sp>
      <p:sp>
        <p:nvSpPr>
          <p:cNvPr id="56" name="Text 54"/>
          <p:cNvSpPr/>
          <p:nvPr/>
        </p:nvSpPr>
        <p:spPr>
          <a:xfrm>
            <a:off x="3611880" y="614476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Istio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mesh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4754880" y="614476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5897880" y="614476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Kibana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670" dirty="0"/>
          </a:p>
        </p:txBody>
      </p:sp>
      <p:sp>
        <p:nvSpPr>
          <p:cNvPr id="59" name="Text 57"/>
          <p:cNvSpPr/>
          <p:nvPr/>
        </p:nvSpPr>
        <p:spPr>
          <a:xfrm>
            <a:off x="7040880" y="6144768"/>
            <a:ext cx="1234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HashiCorp Vault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8595360" y="615391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flow: apps → gateway → agents/services → data + model access → review response</a:t>
            </a:r>
            <a:endParaRPr lang="en-US" sz="640" dirty="0"/>
          </a:p>
        </p:txBody>
      </p:sp>
      <p:sp>
        <p:nvSpPr>
          <p:cNvPr id="61" name="Text 59"/>
          <p:cNvSpPr/>
          <p:nvPr/>
        </p:nvSpPr>
        <p:spPr>
          <a:xfrm>
            <a:off x="502920" y="6583680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Scrutiny architecture diagram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Scrutiny Architecture</dc:title>
  <dc:subject>Payment Scrutiny Services AI Architecture</dc:subject>
  <dc:creator>OpenAI</dc:creator>
  <cp:lastModifiedBy>OpenAI</cp:lastModifiedBy>
  <cp:revision>1</cp:revision>
  <dcterms:created xsi:type="dcterms:W3CDTF">2026-07-15T13:22:46Z</dcterms:created>
  <dcterms:modified xsi:type="dcterms:W3CDTF">2026-07-15T13:22:46Z</dcterms:modified>
</cp:coreProperties>
</file>